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MIPS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Responsibilities and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Data Structures &amp;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Registers, memory arrays, ALU components</a:t>
            </a:r>
          </a:p>
          <a:p>
            <a:r>
              <a:t>Helper functions and state registers</a:t>
            </a:r>
          </a:p>
          <a:p>
            <a:r>
              <a:t>Foundation for all other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Parser &amp;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MIPS assembly input</a:t>
            </a:r>
          </a:p>
          <a:p>
            <a:r>
              <a:t>Extracts opcodes, registers, immediates</a:t>
            </a:r>
          </a:p>
          <a:p>
            <a:r>
              <a:t>Connects decoded fields to core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Simulation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Implements 5 pipeline stages (IF, ID, EX, MEM, WB)</a:t>
            </a:r>
          </a:p>
          <a:p>
            <a:r>
              <a:t>Control signal handling and hazard management</a:t>
            </a:r>
          </a:p>
          <a:p>
            <a:r>
              <a:t>Uses modules built in earlier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Debug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final register and memory output</a:t>
            </a:r>
          </a:p>
          <a:p>
            <a:r>
              <a:t>Prints pipeline state per instruction</a:t>
            </a:r>
          </a:p>
          <a:p>
            <a:r>
              <a:t>Optional UI or command-line formatting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Integration, Testing, &amp; README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all modules in main.py</a:t>
            </a:r>
          </a:p>
          <a:p>
            <a:r>
              <a:t>Testing and validation of pipeline behavior</a:t>
            </a:r>
          </a:p>
          <a:p>
            <a:r>
              <a:t>Documentation structure and project coordination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